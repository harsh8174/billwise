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387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8869680" y="-914400"/>
            <a:ext cx="4754880" cy="4754880"/>
          </a:xfrm>
          <a:prstGeom prst="roundRect">
            <a:avLst>
              <a:gd name="adj" fmla="val 6731"/>
            </a:avLst>
          </a:prstGeom>
          <a:solidFill>
            <a:srgbClr val="141A47"/>
          </a:solidFill>
          <a:ln/>
        </p:spPr>
      </p:sp>
      <p:sp>
        <p:nvSpPr>
          <p:cNvPr id="3" name="Shape 1"/>
          <p:cNvSpPr/>
          <p:nvPr/>
        </p:nvSpPr>
        <p:spPr>
          <a:xfrm rot="1080000">
            <a:off x="9692640" y="-182880"/>
            <a:ext cx="3291840" cy="3291840"/>
          </a:xfrm>
          <a:prstGeom prst="roundRect">
            <a:avLst>
              <a:gd name="adj" fmla="val 8333"/>
            </a:avLst>
          </a:prstGeom>
          <a:solidFill>
            <a:srgbClr val="232C63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CASE STUDY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BillWise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Java full-stack platform that sends invoice payment reminders</a:t>
            </a:r>
            <a:endParaRPr lang="en-US" sz="16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automatically, on schedule — never twice.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160520"/>
            <a:ext cx="2432304" cy="384048"/>
          </a:xfrm>
          <a:prstGeom prst="roundRect">
            <a:avLst>
              <a:gd name="adj" fmla="val 19048"/>
            </a:avLst>
          </a:prstGeom>
          <a:solidFill>
            <a:srgbClr val="2A3470"/>
          </a:solidFill>
          <a:ln w="9525">
            <a:solidFill>
              <a:srgbClr val="5B6B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160520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10-DAY BUILD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55264" y="4160520"/>
            <a:ext cx="2267712" cy="384048"/>
          </a:xfrm>
          <a:prstGeom prst="roundRect">
            <a:avLst>
              <a:gd name="adj" fmla="val 19048"/>
            </a:avLst>
          </a:prstGeom>
          <a:solidFill>
            <a:srgbClr val="2A3470"/>
          </a:solidFill>
          <a:ln w="9525">
            <a:solidFill>
              <a:srgbClr val="5B6B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264" y="4160520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05856" y="4160520"/>
            <a:ext cx="1773936" cy="384048"/>
          </a:xfrm>
          <a:prstGeom prst="roundRect">
            <a:avLst>
              <a:gd name="adj" fmla="val 19048"/>
            </a:avLst>
          </a:prstGeom>
          <a:solidFill>
            <a:srgbClr val="2A3470"/>
          </a:solidFill>
          <a:ln w="9525">
            <a:solidFill>
              <a:srgbClr val="5B6B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05856" y="4160520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62672" y="416052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2A3470"/>
          </a:solidFill>
          <a:ln w="9525">
            <a:solidFill>
              <a:srgbClr val="5B6B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62672" y="41605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Web  •  Java · Spring Boot · REST API · Frontend of Your Choice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Real-World Challenge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reminders don't scale — invoices get missed, sent late, or sent twice.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BILLWISE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2286000"/>
            <a:ext cx="128016" cy="128016"/>
          </a:xfrm>
          <a:prstGeom prst="ellipse">
            <a:avLst/>
          </a:prstGeom>
          <a:solidFill>
            <a:srgbClr val="C0453A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213055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Spreadsheets &amp; calendars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24231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tracked by hand, invoice by invoice.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14400" y="3182112"/>
            <a:ext cx="128016" cy="128016"/>
          </a:xfrm>
          <a:prstGeom prst="ellipse">
            <a:avLst/>
          </a:prstGeom>
          <a:solidFill>
            <a:srgbClr val="C0453A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302666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due dates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33192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system flags what's due today or overdue.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14400" y="4078224"/>
            <a:ext cx="128016" cy="128016"/>
          </a:xfrm>
          <a:prstGeom prst="ellipse">
            <a:avLst/>
          </a:prstGeom>
          <a:solidFill>
            <a:srgbClr val="C0453A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392277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reminders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42153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record of what's already been sent, or when.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C0453A"/>
          </a:solidFill>
          <a:ln/>
        </p:spPr>
      </p:sp>
      <p:sp>
        <p:nvSpPr>
          <p:cNvPr id="16" name="Text 14"/>
          <p:cNvSpPr/>
          <p:nvPr/>
        </p:nvSpPr>
        <p:spPr>
          <a:xfrm>
            <a:off x="1188720" y="48188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 trail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511149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can tell which invoices were handled.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BILLWISE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0" y="2286000"/>
            <a:ext cx="128016" cy="128016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21305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tracks every invoice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2423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set by hand: NEW → PENDING → DUE → OVERDUE → PAID.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0" y="3182112"/>
            <a:ext cx="128016" cy="128016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302666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jobs do the work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0" y="33192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Upcoming, due-today, and overdue reminders run automatically.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0" y="4078224"/>
            <a:ext cx="128016" cy="128016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0" y="392277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by design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58000" y="421538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reminder is sent at most once per invoice per period — enforced in the database.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583680" y="4974336"/>
            <a:ext cx="128016" cy="128016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0" y="48188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Resilient under stress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858000" y="51114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across restarts, manual Run Now, and concurrent job execution.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BillWise — Industry Case Study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Scope, Roles &amp; Data Model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Admin, five invoice statuses, six core entities.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STATUS LIFECYCLE (SET MANUALLY BY ADMIN)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993392" cy="868680"/>
          </a:xfrm>
          <a:prstGeom prst="roundRect">
            <a:avLst>
              <a:gd name="adj" fmla="val 8421"/>
            </a:avLst>
          </a:prstGeom>
          <a:solidFill>
            <a:srgbClr val="5B6B8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65960"/>
            <a:ext cx="1993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313432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created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542032" y="2039112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70048" y="1874520"/>
            <a:ext cx="1993392" cy="868680"/>
          </a:xfrm>
          <a:prstGeom prst="roundRect">
            <a:avLst>
              <a:gd name="adj" fmla="val 8421"/>
            </a:avLst>
          </a:prstGeom>
          <a:solidFill>
            <a:srgbClr val="3E5C9A"/>
          </a:solidFill>
          <a:ln/>
        </p:spPr>
      </p:sp>
      <p:sp>
        <p:nvSpPr>
          <p:cNvPr id="10" name="Text 8"/>
          <p:cNvSpPr/>
          <p:nvPr/>
        </p:nvSpPr>
        <p:spPr>
          <a:xfrm>
            <a:off x="2670048" y="1965960"/>
            <a:ext cx="1993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70048" y="2313432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date ahead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63440" y="2039112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791456" y="1874520"/>
            <a:ext cx="1993392" cy="868680"/>
          </a:xfrm>
          <a:prstGeom prst="roundRect">
            <a:avLst>
              <a:gd name="adj" fmla="val 8421"/>
            </a:avLst>
          </a:prstGeom>
          <a:solidFill>
            <a:srgbClr val="E8B84B"/>
          </a:solidFill>
          <a:ln/>
        </p:spPr>
      </p:sp>
      <p:sp>
        <p:nvSpPr>
          <p:cNvPr id="14" name="Text 12"/>
          <p:cNvSpPr/>
          <p:nvPr/>
        </p:nvSpPr>
        <p:spPr>
          <a:xfrm>
            <a:off x="4791456" y="1965960"/>
            <a:ext cx="1993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91456" y="2313432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today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84848" y="2039112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912864" y="1874520"/>
            <a:ext cx="1993392" cy="868680"/>
          </a:xfrm>
          <a:prstGeom prst="roundRect">
            <a:avLst>
              <a:gd name="adj" fmla="val 8421"/>
            </a:avLst>
          </a:prstGeom>
          <a:solidFill>
            <a:srgbClr val="C0453A"/>
          </a:solidFill>
          <a:ln/>
        </p:spPr>
      </p:sp>
      <p:sp>
        <p:nvSpPr>
          <p:cNvPr id="18" name="Text 16"/>
          <p:cNvSpPr/>
          <p:nvPr/>
        </p:nvSpPr>
        <p:spPr>
          <a:xfrm>
            <a:off x="6912864" y="1965960"/>
            <a:ext cx="1993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12864" y="2313432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Unpaid, past due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906256" y="2039112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034272" y="1874520"/>
            <a:ext cx="1993392" cy="868680"/>
          </a:xfrm>
          <a:prstGeom prst="roundRect">
            <a:avLst>
              <a:gd name="adj" fmla="val 8421"/>
            </a:avLst>
          </a:prstGeom>
          <a:solidFill>
            <a:srgbClr val="3FA66A"/>
          </a:solidFill>
          <a:ln/>
        </p:spPr>
      </p:sp>
      <p:sp>
        <p:nvSpPr>
          <p:cNvPr id="22" name="Text 20"/>
          <p:cNvSpPr/>
          <p:nvPr/>
        </p:nvSpPr>
        <p:spPr>
          <a:xfrm>
            <a:off x="9034272" y="1965960"/>
            <a:ext cx="1993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034272" y="2313432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— no more reminders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063240"/>
            <a:ext cx="5212080" cy="3063240"/>
          </a:xfrm>
          <a:prstGeom prst="roundRect">
            <a:avLst>
              <a:gd name="adj" fmla="val 3582"/>
            </a:avLst>
          </a:prstGeom>
          <a:solidFill>
            <a:srgbClr val="F4F6FB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2735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LOGIN &amp; INTERFACE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14400" y="376732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115568" y="363016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seeded Admin account — no registration or roles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436168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1115568" y="422452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Dashboard, Invoices, and Scheduled Jobs screens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14400" y="495604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1115568" y="481888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edit, filter invoices; view reminder history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14400" y="555040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1115568" y="54132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Paid stops all further reminders instantly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035040" y="3063240"/>
            <a:ext cx="5577840" cy="3063240"/>
          </a:xfrm>
          <a:prstGeom prst="roundRect">
            <a:avLst>
              <a:gd name="adj" fmla="val 3582"/>
            </a:avLst>
          </a:prstGeom>
          <a:solidFill>
            <a:srgbClr val="1E2761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32735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DATA MODEL (6 ENTITIES)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0" y="3703320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2A3470"/>
          </a:solidFill>
          <a:ln w="9525">
            <a:solidFill>
              <a:srgbClr val="5B6B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37033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9052560" y="3703320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2A3470"/>
          </a:solidFill>
          <a:ln w="9525">
            <a:solidFill>
              <a:srgbClr val="5B6B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52560" y="37033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0" y="4434840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2A3470"/>
          </a:solidFill>
          <a:ln w="9525">
            <a:solidFill>
              <a:srgbClr val="5B6B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44348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052560" y="4434840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2A3470"/>
          </a:solidFill>
          <a:ln w="9525">
            <a:solidFill>
              <a:srgbClr val="5B6B8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52560" y="44348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ScheduledJob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400800" y="5166360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2A3470"/>
          </a:solidFill>
          <a:ln w="9525">
            <a:solidFill>
              <a:srgbClr val="5B6B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51663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JobExecution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9052560" y="5166360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2A3470"/>
          </a:solidFill>
          <a:ln w="9525">
            <a:solidFill>
              <a:srgbClr val="5B6B8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52560" y="51663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ReminderAttempt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BillWise — Industry Case Study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Flow — Reminder Processing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scheduled job (or a manual Run Now) turns invoice status into an email, exactly once.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86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5B6B8C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47218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sets Status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21792" y="1728216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pulls invoice into a run (e.g. → OVERDUE)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0" y="1417320"/>
            <a:ext cx="2286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5B6B8C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73552" y="147218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Schedule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273552" y="1728216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runs on its configured time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852160" y="1417320"/>
            <a:ext cx="2286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5B6B8C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25312" y="147218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“Run Now”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728216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triggers same processing on demand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503920" y="1417320"/>
            <a:ext cx="31089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5B6B8C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77072" y="1472184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Restart / 2nd Instance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577072" y="1728216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job may fire again independently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691640" y="2039112"/>
            <a:ext cx="0" cy="3200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43400" y="2039112"/>
            <a:ext cx="0" cy="3200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995160" y="2039112"/>
            <a:ext cx="0" cy="3200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58400" y="2039112"/>
            <a:ext cx="0" cy="3200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566160" y="2377440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5B6B8C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39312" y="2432304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JobExecution starts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639312" y="2688336"/>
            <a:ext cx="4882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eligible invoices: due-date window + current status (skip PAID)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2944368"/>
            <a:ext cx="0" cy="45720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709160" y="3419856"/>
            <a:ext cx="2743200" cy="868680"/>
          </a:xfrm>
          <a:prstGeom prst="diamond">
            <a:avLst/>
          </a:prstGeom>
          <a:solidFill>
            <a:srgbClr val="FFF4DA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341985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sent this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+ period?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(DB unique check)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91840" y="3854196"/>
            <a:ext cx="141732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3383280" y="348843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280160" y="3374136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EDEDED"/>
          </a:solidFill>
          <a:ln w="12700">
            <a:solidFill>
              <a:srgbClr val="5B6B8C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353312" y="3429000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— no duplicate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353312" y="3685032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logged as “skipped” in JobExecution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452360" y="3854196"/>
            <a:ext cx="141732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7589520" y="34884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869680" y="3374136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CADCFC"/>
          </a:solidFill>
          <a:ln w="12700">
            <a:solidFill>
              <a:srgbClr val="5B6B8C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942832" y="3429000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NotificationService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942832" y="3685032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email sent; ReminderAttempt row inserted atomically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241280" y="4014216"/>
            <a:ext cx="0" cy="41148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686800" y="4443984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E4F5EA"/>
          </a:solidFill>
          <a:ln w="12700">
            <a:solidFill>
              <a:srgbClr val="5B6B8C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759952" y="449884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759952" y="4754880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sent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0332720" y="4443984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FBE7E5"/>
          </a:solidFill>
          <a:ln w="12700">
            <a:solidFill>
              <a:srgbClr val="5B6B8C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405872" y="449884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0405872" y="4754880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Queued for retry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8640" y="5312664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/>
        </p:spPr>
      </p:sp>
      <p:sp>
        <p:nvSpPr>
          <p:cNvPr id="44" name="Text 42"/>
          <p:cNvSpPr/>
          <p:nvPr/>
        </p:nvSpPr>
        <p:spPr>
          <a:xfrm>
            <a:off x="731520" y="531266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JobExecution recorded: found / processed / succeeded / failed / skipped  —  Admin can Mark Paid at any time to stop future reminders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BillWise — Industry Case Study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&amp; Tech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technical core: never send the same reminder twice — no matter what.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572000"/>
          </a:xfrm>
          <a:prstGeom prst="roundRect">
            <a:avLst>
              <a:gd name="adj" fmla="val 24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TRUE ACROSS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2240280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E8B84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0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18541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runs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371600" y="245973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recurring cron-based job execution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14400" y="2898648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E8B84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284378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Run Now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371600" y="311810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Admin-triggered processing on demand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14400" y="3557016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E8B84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57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35021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runs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371600" y="37764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job firing more than once for the same window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14400" y="421538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E8B84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215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416052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restarts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371600" y="4434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survives — enforced at the database level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4400" y="4873752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E8B84B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873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81888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instances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371600" y="50932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instances processing the same job at once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1554480"/>
            <a:ext cx="5303520" cy="4572000"/>
          </a:xfrm>
          <a:prstGeom prst="roundRect">
            <a:avLst>
              <a:gd name="adj" fmla="val 2400"/>
            </a:avLst>
          </a:prstGeom>
          <a:solidFill>
            <a:srgbClr val="F4F6FB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0" y="17830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TECH STACK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75120" y="22402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29600" y="2240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17+, Spring Boot 3.x — Web, Data JPA, Validation, Security, Scheduling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675120" y="2825496"/>
            <a:ext cx="4754880" cy="0"/>
          </a:xfrm>
          <a:prstGeom prst="line">
            <a:avLst/>
          </a:prstGeom>
          <a:noFill/>
          <a:ln w="9525">
            <a:solidFill>
              <a:srgbClr val="D8DE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28986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29600" y="289864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(H2 for tests); Flyway or Liquibase migrations + seed data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675120" y="3483864"/>
            <a:ext cx="4754880" cy="0"/>
          </a:xfrm>
          <a:prstGeom prst="line">
            <a:avLst/>
          </a:prstGeom>
          <a:noFill/>
          <a:ln w="9525">
            <a:solidFill>
              <a:srgbClr val="D8DE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355701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9600" y="355701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modern framework — Angular, Vue, Svelte, or plain HTML/JS over REST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675120" y="4142232"/>
            <a:ext cx="4754880" cy="0"/>
          </a:xfrm>
          <a:prstGeom prst="line">
            <a:avLst/>
          </a:prstGeom>
          <a:noFill/>
          <a:ln w="9525">
            <a:solidFill>
              <a:srgbClr val="D8DE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0" y="421538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229600" y="421538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 for the single seeded Admin login (JWT optional)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675120" y="4800600"/>
            <a:ext cx="4754880" cy="0"/>
          </a:xfrm>
          <a:prstGeom prst="line">
            <a:avLst/>
          </a:prstGeom>
          <a:noFill/>
          <a:ln w="9525">
            <a:solidFill>
              <a:srgbClr val="D8DE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75120" y="487375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0" y="487375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5 + Spring Boot Test, covering scheduled-processing behaviour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75120" y="5458968"/>
            <a:ext cx="4754880" cy="0"/>
          </a:xfrm>
          <a:prstGeom prst="line">
            <a:avLst/>
          </a:prstGeom>
          <a:noFill/>
          <a:ln w="9525">
            <a:solidFill>
              <a:srgbClr val="D8DE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75120" y="55321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29600" y="55321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or Gradle (backend); npm/yarn (frontend) — both run from README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BillWise — Industry Case Study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642</Words>
  <Application>Microsoft Office PowerPoint</Application>
  <PresentationFormat>Widescreen</PresentationFormat>
  <Paragraphs>128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Harsh Sharma</cp:lastModifiedBy>
  <cp:revision>3</cp:revision>
  <dcterms:created xsi:type="dcterms:W3CDTF">2026-09-26T04:44:56Z</dcterms:created>
  <dcterms:modified xsi:type="dcterms:W3CDTF">2026-10-02T14:46:25Z</dcterms:modified>
</cp:coreProperties>
</file>