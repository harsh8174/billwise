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8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869680" y="-914400"/>
            <a:ext cx="4754880" cy="4754880"/>
          </a:xfrm>
          <a:prstGeom prst="roundRect">
            <a:avLst>
              <a:gd name="adj" fmla="val 6731"/>
            </a:avLst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692640" y="-182880"/>
            <a:ext cx="3291840" cy="3291840"/>
          </a:xfrm>
          <a:prstGeom prst="roundRect">
            <a:avLst>
              <a:gd name="adj" fmla="val 8333"/>
            </a:avLst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CASE STUDY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BillWise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full-stack platform that sends invoice payment reminders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automatically, on schedule — never twice.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2432304" cy="384048"/>
          </a:xfrm>
          <a:prstGeom prst="roundRect">
            <a:avLst>
              <a:gd name="adj" fmla="val 19048"/>
            </a:avLst>
          </a:prstGeom>
          <a:solidFill>
            <a:srgbClr val="2A3470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1605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55264" y="4160520"/>
            <a:ext cx="2267712" cy="384048"/>
          </a:xfrm>
          <a:prstGeom prst="roundRect">
            <a:avLst>
              <a:gd name="adj" fmla="val 19048"/>
            </a:avLst>
          </a:prstGeom>
          <a:solidFill>
            <a:srgbClr val="2A3470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5264" y="416052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05856" y="4160520"/>
            <a:ext cx="1773936" cy="384048"/>
          </a:xfrm>
          <a:prstGeom prst="roundRect">
            <a:avLst>
              <a:gd name="adj" fmla="val 19048"/>
            </a:avLst>
          </a:prstGeom>
          <a:solidFill>
            <a:srgbClr val="2A3470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05856" y="41605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62672" y="41605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2A3470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2672" y="4160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 •  Java · Spring Boot · REST API · Frontend of Your Choice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Real-World Challenge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reminders don't scale — invoices get missed, sent late, or sent twice.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BILLWISE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28016" cy="128016"/>
          </a:xfrm>
          <a:prstGeom prst="ellipse">
            <a:avLst/>
          </a:prstGeom>
          <a:solidFill>
            <a:srgbClr val="C0453A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1305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&amp; calendars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tracked by hand, invoice by invoice.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182112"/>
            <a:ext cx="128016" cy="128016"/>
          </a:xfrm>
          <a:prstGeom prst="ellipse">
            <a:avLst/>
          </a:prstGeom>
          <a:solidFill>
            <a:srgbClr val="C0453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0266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due dates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319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flags what's due today or overdue.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4078224"/>
            <a:ext cx="128016" cy="128016"/>
          </a:xfrm>
          <a:prstGeom prst="ellipse">
            <a:avLst/>
          </a:prstGeom>
          <a:solidFill>
            <a:srgbClr val="C0453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9227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reminders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2153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what's already been sent, or when.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974336"/>
            <a:ext cx="128016" cy="128016"/>
          </a:xfrm>
          <a:prstGeom prst="ellipse">
            <a:avLst/>
          </a:prstGeom>
          <a:solidFill>
            <a:srgbClr val="C0453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8188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51114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tell which invoices were handled.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BILLWISE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2286000"/>
            <a:ext cx="128016" cy="128016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130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tracks every invoice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set by hand: NEW → PENDING → DUE → OVERDUE → PAID.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0" y="3182112"/>
            <a:ext cx="128016" cy="128016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0266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jobs do the work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33192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Upcoming, due-today, and overdue reminders run automatically.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0" y="4078224"/>
            <a:ext cx="128016" cy="128016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39227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by design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42153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reminder is sent at most once per invoice per period — enforced in the database.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0" y="4974336"/>
            <a:ext cx="128016" cy="128016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4818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under stress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0" y="51114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across restarts, manual Run Now, and concurrent job execution.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BillWise — Industry Case Study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Roles &amp; 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Admin, five invoice statuses, six core entities.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STATUS LIFECYCLE (SET MANUALLY BY ADMIN)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5B6B8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1343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created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42032" y="2039112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70048" y="18745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3E5C9A"/>
          </a:solidFill>
          <a:ln/>
        </p:spPr>
      </p:sp>
      <p:sp>
        <p:nvSpPr>
          <p:cNvPr id="10" name="Text 8"/>
          <p:cNvSpPr/>
          <p:nvPr/>
        </p:nvSpPr>
        <p:spPr>
          <a:xfrm>
            <a:off x="2670048" y="19659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70048" y="231343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ahead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2039112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91456" y="18745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E8B84B"/>
          </a:solidFill>
          <a:ln/>
        </p:spPr>
      </p:sp>
      <p:sp>
        <p:nvSpPr>
          <p:cNvPr id="14" name="Text 12"/>
          <p:cNvSpPr/>
          <p:nvPr/>
        </p:nvSpPr>
        <p:spPr>
          <a:xfrm>
            <a:off x="4791456" y="19659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91456" y="231343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today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84848" y="2039112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12864" y="18745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C0453A"/>
          </a:solidFill>
          <a:ln/>
        </p:spPr>
      </p:sp>
      <p:sp>
        <p:nvSpPr>
          <p:cNvPr id="18" name="Text 16"/>
          <p:cNvSpPr/>
          <p:nvPr/>
        </p:nvSpPr>
        <p:spPr>
          <a:xfrm>
            <a:off x="6912864" y="19659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12864" y="231343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Unpaid, past due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06256" y="2039112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34272" y="18745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3FA66A"/>
          </a:solidFill>
          <a:ln/>
        </p:spPr>
      </p:sp>
      <p:sp>
        <p:nvSpPr>
          <p:cNvPr id="22" name="Text 20"/>
          <p:cNvSpPr/>
          <p:nvPr/>
        </p:nvSpPr>
        <p:spPr>
          <a:xfrm>
            <a:off x="9034272" y="196596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34272" y="231343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— no more reminders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063240"/>
            <a:ext cx="5212080" cy="3063240"/>
          </a:xfrm>
          <a:prstGeom prst="roundRect">
            <a:avLst>
              <a:gd name="adj" fmla="val 3582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2735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LOGIN &amp; INTERFACE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376732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115568" y="36301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seeded Admin account — no registration or roles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36168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1115568" y="42245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Dashboard, Invoices, and Scheduled Jobs screens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" y="495604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1115568" y="48188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filter invoices; view reminder history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555040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1115568" y="54132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Paid stops all further reminders instantly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3063240"/>
            <a:ext cx="5577840" cy="3063240"/>
          </a:xfrm>
          <a:prstGeom prst="roundRect">
            <a:avLst>
              <a:gd name="adj" fmla="val 3582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32735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MODEL (6 ENTITIES)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370332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2A3470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703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052560" y="370332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2A3470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37033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00800" y="443484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2A3470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4348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052560" y="443484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2A3470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52560" y="44348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ScheduledJob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0" y="516636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2A3470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5166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JobExecution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052560" y="516636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2A3470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52560" y="51663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ReminderAttempt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BillWise — Industry Case Study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Flow — Reminder Processing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scheduled job (or a manual Run Now) turns invoice status into an email, exactly once.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5B6B8C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47218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sets Status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17282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pulls invoice into a run (e.g. → OVERDUE)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5B6B8C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73552" y="147218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Schedule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73552" y="17282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runs on its configured time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5B6B8C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25312" y="147218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“Run Now”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25312" y="17282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triggers same processing on demand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03920" y="1417320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5B6B8C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77072" y="147218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Restart / 2nd Instance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77072" y="172821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 may fire again independently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91640" y="2039112"/>
            <a:ext cx="0" cy="3200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43400" y="2039112"/>
            <a:ext cx="0" cy="3200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95160" y="2039112"/>
            <a:ext cx="0" cy="3200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58400" y="2039112"/>
            <a:ext cx="0" cy="3200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66160" y="237744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5B6B8C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39312" y="243230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JobExecution starts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39312" y="2688336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eligible invoices: due-date window + current status (skip PAID)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2944368"/>
            <a:ext cx="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9160" y="3419856"/>
            <a:ext cx="2743200" cy="868680"/>
          </a:xfrm>
          <a:prstGeom prst="diamond">
            <a:avLst/>
          </a:prstGeom>
          <a:solidFill>
            <a:srgbClr val="FFF4DA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41985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sent this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+ period?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(DB unique check)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854196"/>
            <a:ext cx="14173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383280" y="34884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80160" y="3374136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EDEDED"/>
          </a:solidFill>
          <a:ln w="12700">
            <a:solidFill>
              <a:srgbClr val="5B6B8C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353312" y="342900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— no duplicate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353312" y="368503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logged as “skipped” in JobExecution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52360" y="3854196"/>
            <a:ext cx="14173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7589520" y="34884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69680" y="3374136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 w="12700">
            <a:solidFill>
              <a:srgbClr val="5B6B8C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942832" y="34290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42832" y="368503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email sent; ReminderAttempt row inserted atomically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241280" y="4014216"/>
            <a:ext cx="0" cy="41148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686800" y="4443984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E4F5EA"/>
          </a:solidFill>
          <a:ln w="12700">
            <a:solidFill>
              <a:srgbClr val="5B6B8C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759952" y="449884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759952" y="475488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sent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332720" y="4443984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BE7E5"/>
          </a:solidFill>
          <a:ln w="12700">
            <a:solidFill>
              <a:srgbClr val="5B6B8C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405872" y="449884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405872" y="475488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for retry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5312664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3126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JobExecution recorded: found / processed / succeeded / failed / skipped  —  Admin can Mark Paid at any time to stop future reminders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BillWise — Industry Case Study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&amp; 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core: never send the same reminder twice — no matter what.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TRUE ACROSS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1854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runs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71600" y="24597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recurring cron-based job execution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289864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8437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Run Now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71600" y="31181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Admin-triggered processing on demand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355701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57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5021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runs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71600" y="3776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 firing more than once for the same window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421538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restarts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71600" y="4434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survives — enforced at the database level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" y="48737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873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8188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instances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71600" y="5093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instances processing the same job at once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155448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TECH STACK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17+, Spring Boot 3.x — Web, Data JPA, Validation, Security, Scheduling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75120" y="2825496"/>
            <a:ext cx="475488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28986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28986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(H2 for tests); Flyway or Liquibase migrations + seed data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75120" y="3483864"/>
            <a:ext cx="475488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35570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35570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modern framework — Angular, Vue, Svelte, or plain HTML/JS over REST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675120" y="4142232"/>
            <a:ext cx="475488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42153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0" y="42153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for the single seeded Admin login (JWT optional)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75120" y="4800600"/>
            <a:ext cx="475488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48737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48737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Spring Boot Test, covering scheduled-processing behaviour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75120" y="5458968"/>
            <a:ext cx="4754880" cy="0"/>
          </a:xfrm>
          <a:prstGeom prst="line">
            <a:avLst/>
          </a:prstGeom>
          <a:noFill/>
          <a:ln w="9525">
            <a:solidFill>
              <a:srgbClr val="D8DE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5532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0" y="5532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or Gradle (backend); npm/yarn (frontend) — both run from README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BillWise — Industry Case Study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642</Words>
  <Application>Microsoft Office PowerPoint</Application>
  <PresentationFormat>Widescreen</PresentationFormat>
  <Paragraphs>128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 Sharma</cp:lastModifiedBy>
  <cp:revision>2</cp:revision>
  <dcterms:created xsi:type="dcterms:W3CDTF">2026-09-26T04:44:56Z</dcterms:created>
  <dcterms:modified xsi:type="dcterms:W3CDTF">2026-09-26T06:38:37Z</dcterms:modified>
</cp:coreProperties>
</file>